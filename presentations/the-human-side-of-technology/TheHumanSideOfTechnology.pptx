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Technology is everywhere. But behind every screen, every device, there's a human story — our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use technology to stay connected. Families, friends, even complete strangers — all within a tap.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But sometimes, the more connected we are online, the more disconnected we become in real life.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Technology also sets our imagination free. We can create art, music, and worlds that never existed before.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jobs, our classrooms — they've moved into the digital world. Flexibility and freedom, but also pressure and burnout.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scroll, we click, we refresh. Sometimes technology doesn't serve us — it controls 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Yet technology can bring out the best in us. It helps us save lives, solve problems, and share kindness.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Technology is not just about machines — it's about who we become when we use them. The question is: are we in control, or just along for the ride?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69893" y="0"/>
            <a:ext cx="1028378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8600"/>
            <a:ext cx="91440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69893" y="0"/>
            <a:ext cx="1028378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8600"/>
            <a:ext cx="91440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69893" y="0"/>
            <a:ext cx="1028378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69893" y="0"/>
            <a:ext cx="1028378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69893" y="0"/>
            <a:ext cx="10283786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